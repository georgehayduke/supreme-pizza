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Platform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Roadmap  ·  Q3 FY26 – Q2 FY28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572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971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FIs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by FY28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2971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Q1 FY28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· Master Delivery Roadmap  —  Q3 FY26 through Q2 FY28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89888" y="548640"/>
            <a:ext cx="1901952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548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328416" y="548640"/>
            <a:ext cx="1901952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8416" y="548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Applications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266944" y="548640"/>
            <a:ext cx="38404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66944" y="548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 &amp; Expand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89888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26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59152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28416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97680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266944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236208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05472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174736" y="786384"/>
            <a:ext cx="932688" cy="384048"/>
          </a:xfrm>
          <a:prstGeom prst="rect">
            <a:avLst/>
          </a:prstGeom>
          <a:solidFill>
            <a:srgbClr val="E2E8F4"/>
          </a:solidFill>
          <a:ln w="6350">
            <a:solidFill>
              <a:srgbClr val="C5D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7863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0" y="1207008"/>
            <a:ext cx="1353312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1207008"/>
            <a:ext cx="135331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89888" y="1298448"/>
            <a:ext cx="769924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1298448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/ EPS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89888" y="1572768"/>
            <a:ext cx="769924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35608" y="1572768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/ JHA PayCenter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359152" y="1847088"/>
            <a:ext cx="6729984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1847088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Wires + iPay + SmartPay + Payrailz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328416" y="2121408"/>
            <a:ext cx="576072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2121408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66944" y="2395728"/>
            <a:ext cx="38221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12664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389888" y="2752344"/>
            <a:ext cx="7717536" cy="0"/>
          </a:xfrm>
          <a:prstGeom prst="line">
            <a:avLst/>
          </a:prstGeom>
          <a:noFill/>
          <a:ln w="6350">
            <a:solidFill>
              <a:srgbClr val="C5D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807208"/>
            <a:ext cx="1353312" cy="20848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2807208"/>
            <a:ext cx="1353312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89888" y="2871216"/>
            <a:ext cx="18836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35608" y="287121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(ACH Phase 1)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89888" y="3154680"/>
            <a:ext cx="285292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5608" y="315468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328416" y="3438144"/>
            <a:ext cx="576072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3438144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Sentinel+ (Core &amp; Digital)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328416" y="3721608"/>
            <a:ext cx="576072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74136" y="3721608"/>
            <a:ext cx="5687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CommercialSignal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297680" y="4005072"/>
            <a:ext cx="4791456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4005072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266944" y="4288536"/>
            <a:ext cx="38221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12664" y="4288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66944" y="4572000"/>
            <a:ext cx="38221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12664" y="4572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Decision Studio (AutoML GA)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  ·  Phase 1: Foundation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  ·  Hire team · stand up cloud platform · activate first payment rails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/ 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Activated — direct deposit cadence monitoring live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/ JHA PayCenter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P2P, Zelle, RTP, FedNow feeds connected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Wires + iPay + SmartPay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Q4 FY26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3246120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821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" y="3465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prep — launches Q1 FY27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" y="386791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8039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4087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— ACH Phase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ACH cadence + originator change detection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NLP compliance pipeline (DistilBERT/RoBERTa)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CommercialSignal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Q1 FY27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Q2 FY27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/ FI Decision Studio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 ·  Phase 1: Foundation Complete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  ·  All payment rails operational · builds completing for Q1 FY27 launch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/ 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/ JHA PayCenter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Wires + iPay + SmartPay + Payrailz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payment rails activated — anomaly detection enabled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3246120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821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" y="3465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preparation — Q1 FY27 launch ready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" y="386791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8039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40873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— ACH Phase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complete — validation &amp; staging in progress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complete — preparing for Q1 FY27 launch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CommercialSignal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Q1 FY27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Q2 FY27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/ FI Decision Studio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 ·  Phase 2: Core Applications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September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Applications  ·  Core banking online · Zelle Memo Intelligence launches · ARR begins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Rails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operational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— Core txns, deposits, loans fully connected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— Live for 260 Zelle-enabled FIs · $48.5K ARR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 — ACH Phase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 across all 1,660 FIs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Sentinel+ (Phase 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Core &amp; Banno signal enrichment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CommercialSignal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build — SMB conversion model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/ FI Decision Studio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  ·  Phase 2: Core Applications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– December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Applications  ·  Churn Sentinel &amp; CommercialSignal launch · ARR $293K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Rails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operational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(jhaEnterprise / Symitar)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 — enriching Churn Sentinel &amp; CommercialSignal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Intelligence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 — ARR $87.3K and growing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Sentinel+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— Core + digital signals · $205.5K ARR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CommercialSignal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— Personal-to-business conversion model live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— household linkage + wealth concentration model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ADBDCC"/>
          </a:solidFill>
          <a:ln w="12700">
            <a:solidFill>
              <a:srgbClr val="ADB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/ FI Decision Studio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Q3 FY27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FY27  ·  Phase 3: Scale &amp; Expand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 &amp; Expand  ·  Banno Digital live · Final 3 apps launching · ARR $900K+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Rails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operational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operational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+ Lending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— Session behavior, loan data, Banno signals live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324612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821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Benchmarking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" y="34655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Network intelligence across all 1,660 FIs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Memo · Churn Sentinel+ · CommercialSignal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Operational &amp; scaling — combined ARR $620K+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Wealth Deflection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Q3 FY27 — Household coverage model live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LAUNCHING Q3 FY27 — Real-time streaming fraud engine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Decision Studio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GA RELEASE Q3 FY27 — AutoML, SHAP, rule authoring, API deploy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Pilots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Propensity, Overdraft Prediction, Sentiment (pilot)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FY28  ·  Full Platform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577840" y="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December 2027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Platform  ·  ★ $1.25M ARR milestone (Q1 FY28)  ·  102 active FI subscriptions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38074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operational — all rails, core, Banno, lending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0253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Network Intelligence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22219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Benchmarking aggregated across 1,660 FIs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262432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03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Data Expansion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— NCUA 5300, external signals (future)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27448" y="89611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8961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73752" y="1380744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3167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Suite — 5 Core Apps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84064" y="16002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$1.25M ARR Q1 FY28 — 102 subscriptions · 6.1% penetration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73752" y="1956816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Decision Studio GA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84064" y="21762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AutoML at scale — SHAP + rule authoring deployed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73752" y="2532888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468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Apps (pilot to GA)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275234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Propensity, Fraud Ring Detection, Deposit Runoff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73752" y="3108960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044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— Year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4064" y="33284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Intelligence+ bundle conversation with 50+ FI subscriber base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73752" y="3685032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621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FI Acquisition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beyond migrated base — full 1,660 FI penetration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Data Science Platform Roadmap</dc:title>
  <dc:subject>PptxGenJS Presentation</dc:subject>
  <dc:creator>PptxGenJS</dc:creator>
  <cp:lastModifiedBy>PptxGenJS</cp:lastModifiedBy>
  <cp:revision>1</cp:revision>
  <dcterms:created xsi:type="dcterms:W3CDTF">2026-05-26T00:35:58Z</dcterms:created>
  <dcterms:modified xsi:type="dcterms:W3CDTF">2026-05-26T00:35:58Z</dcterms:modified>
</cp:coreProperties>
</file>